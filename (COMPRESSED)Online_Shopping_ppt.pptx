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7" name="Shape 15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6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02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03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1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-compressed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Rectangle 7"/>
          <p:cNvSpPr/>
          <p:nvPr/>
        </p:nvSpPr>
        <p:spPr>
          <a:xfrm>
            <a:off x="87228" y="60324"/>
            <a:ext cx="1532022" cy="62071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jpeg"/><Relationship Id="rId3" Type="http://schemas.openxmlformats.org/officeDocument/2006/relationships/image" Target="../media/image1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jpeg"/><Relationship Id="rId3" Type="http://schemas.openxmlformats.org/officeDocument/2006/relationships/image" Target="../media/image2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jpeg"/><Relationship Id="rId3" Type="http://schemas.openxmlformats.org/officeDocument/2006/relationships/image" Target="../media/image3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jpeg"/><Relationship Id="rId3" Type="http://schemas.openxmlformats.org/officeDocument/2006/relationships/image" Target="../media/image4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jpeg"/><Relationship Id="rId3" Type="http://schemas.openxmlformats.org/officeDocument/2006/relationships/image" Target="../media/image5.tif"/><Relationship Id="rId4" Type="http://schemas.openxmlformats.org/officeDocument/2006/relationships/image" Target="../media/image8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>
            <p:ph type="title"/>
          </p:nvPr>
        </p:nvSpPr>
        <p:spPr>
          <a:xfrm>
            <a:off x="961416" y="300399"/>
            <a:ext cx="10515601" cy="1355177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  <a:defRPr b="1" sz="2800">
                <a:solidFill>
                  <a:srgbClr val="0070C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Online Shopping (E-Commerce) System</a:t>
            </a:r>
            <a:br/>
            <a:r>
              <a:t>Group No 04</a:t>
            </a:r>
          </a:p>
        </p:txBody>
      </p:sp>
      <p:sp>
        <p:nvSpPr>
          <p:cNvPr id="160" name="Content Placeholder 2"/>
          <p:cNvSpPr txBox="1"/>
          <p:nvPr>
            <p:ph type="body" sz="half" idx="1"/>
          </p:nvPr>
        </p:nvSpPr>
        <p:spPr>
          <a:xfrm>
            <a:off x="961417" y="1737503"/>
            <a:ext cx="10515601" cy="2549826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2400"/>
            </a:pPr>
            <a:r>
              <a:t>     </a:t>
            </a:r>
            <a:r>
              <a:rPr b="1"/>
              <a:t>Student ID </a:t>
            </a:r>
            <a:r>
              <a:t>		              </a:t>
            </a:r>
            <a:r>
              <a:rPr b="1"/>
              <a:t>Register Number</a:t>
            </a:r>
            <a:r>
              <a:t>		  </a:t>
            </a:r>
            <a:r>
              <a:rPr b="1"/>
              <a:t>	     Section</a:t>
            </a:r>
            <a:endParaRPr b="1"/>
          </a:p>
          <a:p>
            <a:pPr algn="just"/>
            <a:r>
              <a:t>2510030006                           N Srikar                                           S-2</a:t>
            </a:r>
          </a:p>
          <a:p>
            <a:pPr algn="just"/>
            <a:r>
              <a:t>2510030386                          G Ganesh                                        S-2                         </a:t>
            </a:r>
          </a:p>
          <a:p>
            <a:pPr algn="just"/>
            <a:r>
              <a:t>2510040072                       Megha Shyam                                   S-2</a:t>
            </a:r>
          </a:p>
          <a:p>
            <a:pPr algn="just"/>
            <a:r>
              <a:t>2510040010 	           Hari Chandra Reddy                            S-2</a:t>
            </a:r>
          </a:p>
        </p:txBody>
      </p:sp>
      <p:sp>
        <p:nvSpPr>
          <p:cNvPr id="161" name="Content Placeholder 3"/>
          <p:cNvSpPr txBox="1"/>
          <p:nvPr/>
        </p:nvSpPr>
        <p:spPr>
          <a:xfrm>
            <a:off x="1159536" y="5208547"/>
            <a:ext cx="10415245" cy="1380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ctr" defTabSz="658368">
              <a:lnSpc>
                <a:spcPct val="81000"/>
              </a:lnSpc>
              <a:spcBef>
                <a:spcPts val="700"/>
              </a:spcBef>
              <a:defRPr b="1" sz="1296">
                <a:solidFill>
                  <a:srgbClr val="C00000"/>
                </a:solidFill>
              </a:defRPr>
            </a:pPr>
          </a:p>
          <a:p>
            <a:pPr algn="ctr" defTabSz="658368">
              <a:lnSpc>
                <a:spcPct val="81000"/>
              </a:lnSpc>
              <a:spcBef>
                <a:spcPts val="700"/>
              </a:spcBef>
              <a:defRPr b="1" sz="1296">
                <a:solidFill>
                  <a:srgbClr val="C00000"/>
                </a:solidFill>
              </a:defRPr>
            </a:pPr>
          </a:p>
          <a:p>
            <a:pPr algn="ctr" defTabSz="658368">
              <a:lnSpc>
                <a:spcPct val="81000"/>
              </a:lnSpc>
              <a:spcBef>
                <a:spcPts val="700"/>
              </a:spcBef>
              <a:defRPr b="1" sz="1296">
                <a:solidFill>
                  <a:srgbClr val="C00000"/>
                </a:solidFill>
              </a:defRPr>
            </a:pPr>
          </a:p>
          <a:p>
            <a:pPr algn="ctr" defTabSz="658368">
              <a:lnSpc>
                <a:spcPct val="81000"/>
              </a:lnSpc>
              <a:spcBef>
                <a:spcPts val="700"/>
              </a:spcBef>
              <a:defRPr b="1" sz="1296">
                <a:solidFill>
                  <a:srgbClr val="C00000"/>
                </a:solidFill>
              </a:defRPr>
            </a:pPr>
            <a:r>
              <a:t>KONERU LAKSHMAIAH EDUCATION FOUNDATION</a:t>
            </a:r>
            <a:endParaRPr sz="2016"/>
          </a:p>
        </p:txBody>
      </p:sp>
      <p:sp>
        <p:nvSpPr>
          <p:cNvPr id="162" name="Content Placeholder 3"/>
          <p:cNvSpPr txBox="1"/>
          <p:nvPr/>
        </p:nvSpPr>
        <p:spPr>
          <a:xfrm>
            <a:off x="998219" y="3866782"/>
            <a:ext cx="10424161" cy="1355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ctr" defTabSz="667512">
              <a:lnSpc>
                <a:spcPct val="90000"/>
              </a:lnSpc>
              <a:spcBef>
                <a:spcPts val="700"/>
              </a:spcBef>
              <a:defRPr sz="1752">
                <a:solidFill>
                  <a:srgbClr val="00B050"/>
                </a:solidFill>
              </a:defRPr>
            </a:pPr>
          </a:p>
          <a:p>
            <a:pPr algn="ctr" defTabSz="667512">
              <a:lnSpc>
                <a:spcPct val="90000"/>
              </a:lnSpc>
              <a:spcBef>
                <a:spcPts val="700"/>
              </a:spcBef>
              <a:defRPr sz="1752">
                <a:solidFill>
                  <a:srgbClr val="00B050"/>
                </a:solidFill>
              </a:defRPr>
            </a:pPr>
          </a:p>
          <a:p>
            <a:pPr algn="ctr" defTabSz="667512">
              <a:lnSpc>
                <a:spcPct val="90000"/>
              </a:lnSpc>
              <a:spcBef>
                <a:spcPts val="700"/>
              </a:spcBef>
              <a:defRPr sz="1752">
                <a:solidFill>
                  <a:srgbClr val="00B050"/>
                </a:solidFill>
              </a:defRPr>
            </a:pPr>
            <a:r>
              <a:t>Department of Freshman Engineering (FED)</a:t>
            </a:r>
            <a:endParaRPr sz="2044"/>
          </a:p>
        </p:txBody>
      </p:sp>
      <p:pic>
        <p:nvPicPr>
          <p:cNvPr id="163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31311" y="5111310"/>
            <a:ext cx="2175811" cy="10326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0070C0"/>
                </a:solidFill>
              </a:defRPr>
            </a:lvl1pPr>
          </a:lstStyle>
          <a:p>
            <a:pPr/>
            <a:r>
              <a:t>Role played in the project</a:t>
            </a:r>
          </a:p>
        </p:txBody>
      </p:sp>
      <p:sp>
        <p:nvSpPr>
          <p:cNvPr id="166" name="Content Placeholder 2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2510030006</a:t>
            </a:r>
          </a:p>
          <a:p>
            <a:pPr marL="0" indent="0">
              <a:buSzTx/>
              <a:buNone/>
            </a:pPr>
          </a:p>
          <a:p>
            <a:pPr/>
            <a:r>
              <a:t>2510030386</a:t>
            </a:r>
          </a:p>
          <a:p>
            <a:pPr/>
            <a:r>
              <a:t>2510040072</a:t>
            </a:r>
          </a:p>
          <a:p>
            <a:pPr/>
            <a:r>
              <a:t>2510040010</a:t>
            </a:r>
          </a:p>
        </p:txBody>
      </p:sp>
      <p:sp>
        <p:nvSpPr>
          <p:cNvPr id="167" name="Content Placeholder 3"/>
          <p:cNvSpPr txBox="1"/>
          <p:nvPr/>
        </p:nvSpPr>
        <p:spPr>
          <a:xfrm>
            <a:off x="6217920" y="1825625"/>
            <a:ext cx="509016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File Data Handling, Exception Handling with Linked lists.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Arrays, Stacks.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Searching, Linked Lists.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Sorting, Queues with Bank Loans.</a:t>
            </a:r>
          </a:p>
        </p:txBody>
      </p:sp>
      <p:pic>
        <p:nvPicPr>
          <p:cNvPr id="16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45907" y="29496"/>
            <a:ext cx="2175810" cy="10326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1"/>
          <p:cNvSpPr txBox="1"/>
          <p:nvPr>
            <p:ph type="title"/>
          </p:nvPr>
        </p:nvSpPr>
        <p:spPr>
          <a:xfrm>
            <a:off x="838200" y="673689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OBJECTIVE</a:t>
            </a:r>
          </a:p>
        </p:txBody>
      </p:sp>
      <p:sp>
        <p:nvSpPr>
          <p:cNvPr id="171" name="Content Placeholder 2"/>
          <p:cNvSpPr txBox="1"/>
          <p:nvPr>
            <p:ph type="body" sz="quarter" idx="1"/>
          </p:nvPr>
        </p:nvSpPr>
        <p:spPr>
          <a:xfrm>
            <a:off x="838200" y="1825625"/>
            <a:ext cx="10515600" cy="1114220"/>
          </a:xfrm>
          <a:prstGeom prst="rect">
            <a:avLst/>
          </a:prstGeom>
        </p:spPr>
        <p:txBody>
          <a:bodyPr/>
          <a:lstStyle/>
          <a:p>
            <a:pPr marL="0" indent="0" defTabSz="859536">
              <a:spcBef>
                <a:spcPts val="900"/>
              </a:spcBef>
              <a:buSzTx/>
              <a:buNone/>
              <a:defRPr sz="3384"/>
            </a:pPr>
            <a:r>
              <a:t>Design a system of Online Shopping</a:t>
            </a:r>
          </a:p>
          <a:p>
            <a:pPr marL="0" indent="0" defTabSz="859536">
              <a:spcBef>
                <a:spcPts val="900"/>
              </a:spcBef>
              <a:buSzTx/>
              <a:buNone/>
              <a:defRPr sz="3384"/>
            </a:pPr>
            <a:r>
              <a:t>(E-Commerce)System.</a:t>
            </a:r>
          </a:p>
        </p:txBody>
      </p:sp>
      <p:sp>
        <p:nvSpPr>
          <p:cNvPr id="172" name="Title 1"/>
          <p:cNvSpPr txBox="1"/>
          <p:nvPr/>
        </p:nvSpPr>
        <p:spPr>
          <a:xfrm>
            <a:off x="711854" y="3151186"/>
            <a:ext cx="10424161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44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173" name="Content Placeholder 2"/>
          <p:cNvSpPr txBox="1"/>
          <p:nvPr/>
        </p:nvSpPr>
        <p:spPr>
          <a:xfrm>
            <a:off x="800345" y="4214683"/>
            <a:ext cx="10424161" cy="1575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90000"/>
              </a:lnSpc>
              <a:spcBef>
                <a:spcPts val="1000"/>
              </a:spcBef>
              <a:defRPr sz="3600"/>
            </a:lvl1pPr>
          </a:lstStyle>
          <a:p>
            <a:pPr/>
            <a:r>
              <a:t>The project is a simple menu based system with features like Print Catalogue,Display Cart,Remove Product,Undo-Redo Operations.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WORKFLOW</a:t>
            </a:r>
          </a:p>
        </p:txBody>
      </p:sp>
      <p:grpSp>
        <p:nvGrpSpPr>
          <p:cNvPr id="192" name="Group 10"/>
          <p:cNvGrpSpPr/>
          <p:nvPr/>
        </p:nvGrpSpPr>
        <p:grpSpPr>
          <a:xfrm>
            <a:off x="324464" y="3644849"/>
            <a:ext cx="11543074" cy="585482"/>
            <a:chOff x="0" y="0"/>
            <a:chExt cx="11543073" cy="585480"/>
          </a:xfrm>
        </p:grpSpPr>
        <p:grpSp>
          <p:nvGrpSpPr>
            <p:cNvPr id="178" name="Rectangle 3"/>
            <p:cNvGrpSpPr/>
            <p:nvPr/>
          </p:nvGrpSpPr>
          <p:grpSpPr>
            <a:xfrm>
              <a:off x="9527460" y="-1"/>
              <a:ext cx="2015614" cy="560900"/>
              <a:chOff x="0" y="0"/>
              <a:chExt cx="2015613" cy="560898"/>
            </a:xfrm>
          </p:grpSpPr>
          <p:sp>
            <p:nvSpPr>
              <p:cNvPr id="176" name="Rectangle"/>
              <p:cNvSpPr/>
              <p:nvPr/>
            </p:nvSpPr>
            <p:spPr>
              <a:xfrm>
                <a:off x="-1" y="-1"/>
                <a:ext cx="2015615" cy="560900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77" name="Exit"/>
              <p:cNvSpPr txBox="1"/>
              <p:nvPr/>
            </p:nvSpPr>
            <p:spPr>
              <a:xfrm>
                <a:off x="52069" y="113905"/>
                <a:ext cx="1911475" cy="3330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/>
              </a:lstStyle>
              <a:p>
                <a:pPr/>
                <a:r>
                  <a:t>Exit</a:t>
                </a:r>
              </a:p>
            </p:txBody>
          </p:sp>
        </p:grpSp>
        <p:grpSp>
          <p:nvGrpSpPr>
            <p:cNvPr id="191" name="Group 8"/>
            <p:cNvGrpSpPr/>
            <p:nvPr/>
          </p:nvGrpSpPr>
          <p:grpSpPr>
            <a:xfrm>
              <a:off x="0" y="0"/>
              <a:ext cx="9161208" cy="585481"/>
              <a:chOff x="0" y="0"/>
              <a:chExt cx="9161207" cy="585479"/>
            </a:xfrm>
          </p:grpSpPr>
          <p:grpSp>
            <p:nvGrpSpPr>
              <p:cNvPr id="181" name="Rectangle 4"/>
              <p:cNvGrpSpPr/>
              <p:nvPr/>
            </p:nvGrpSpPr>
            <p:grpSpPr>
              <a:xfrm>
                <a:off x="7145594" y="-1"/>
                <a:ext cx="2015614" cy="560900"/>
                <a:chOff x="0" y="0"/>
                <a:chExt cx="2015613" cy="560898"/>
              </a:xfrm>
            </p:grpSpPr>
            <p:sp>
              <p:nvSpPr>
                <p:cNvPr id="179" name="Rectangle"/>
                <p:cNvSpPr/>
                <p:nvPr/>
              </p:nvSpPr>
              <p:spPr>
                <a:xfrm>
                  <a:off x="-1" y="-1"/>
                  <a:ext cx="2015615" cy="560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180" name="Undo-Redo"/>
                <p:cNvSpPr txBox="1"/>
                <p:nvPr/>
              </p:nvSpPr>
              <p:spPr>
                <a:xfrm>
                  <a:off x="52069" y="113905"/>
                  <a:ext cx="191147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/>
                </a:lstStyle>
                <a:p>
                  <a:pPr/>
                  <a:r>
                    <a:t>Undo-Redo</a:t>
                  </a:r>
                </a:p>
              </p:txBody>
            </p:sp>
          </p:grpSp>
          <p:grpSp>
            <p:nvGrpSpPr>
              <p:cNvPr id="184" name="Rectangle 5"/>
              <p:cNvGrpSpPr/>
              <p:nvPr/>
            </p:nvGrpSpPr>
            <p:grpSpPr>
              <a:xfrm>
                <a:off x="4763730" y="24580"/>
                <a:ext cx="2015614" cy="560900"/>
                <a:chOff x="0" y="0"/>
                <a:chExt cx="2015613" cy="560898"/>
              </a:xfrm>
            </p:grpSpPr>
            <p:sp>
              <p:nvSpPr>
                <p:cNvPr id="182" name="Rectangle"/>
                <p:cNvSpPr/>
                <p:nvPr/>
              </p:nvSpPr>
              <p:spPr>
                <a:xfrm>
                  <a:off x="-1" y="-1"/>
                  <a:ext cx="2015615" cy="560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183" name="Remove Product"/>
                <p:cNvSpPr txBox="1"/>
                <p:nvPr/>
              </p:nvSpPr>
              <p:spPr>
                <a:xfrm>
                  <a:off x="52069" y="113905"/>
                  <a:ext cx="191147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/>
                </a:lstStyle>
                <a:p>
                  <a:pPr/>
                  <a:r>
                    <a:t>Remove Product</a:t>
                  </a:r>
                </a:p>
              </p:txBody>
            </p:sp>
          </p:grpSp>
          <p:grpSp>
            <p:nvGrpSpPr>
              <p:cNvPr id="187" name="Rectangle 6"/>
              <p:cNvGrpSpPr/>
              <p:nvPr/>
            </p:nvGrpSpPr>
            <p:grpSpPr>
              <a:xfrm>
                <a:off x="2381865" y="9831"/>
                <a:ext cx="2015614" cy="560900"/>
                <a:chOff x="0" y="0"/>
                <a:chExt cx="2015613" cy="560898"/>
              </a:xfrm>
            </p:grpSpPr>
            <p:sp>
              <p:nvSpPr>
                <p:cNvPr id="185" name="Rectangle"/>
                <p:cNvSpPr/>
                <p:nvPr/>
              </p:nvSpPr>
              <p:spPr>
                <a:xfrm>
                  <a:off x="-1" y="-1"/>
                  <a:ext cx="2015615" cy="560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186" name="Display Cart"/>
                <p:cNvSpPr txBox="1"/>
                <p:nvPr/>
              </p:nvSpPr>
              <p:spPr>
                <a:xfrm>
                  <a:off x="52069" y="113905"/>
                  <a:ext cx="191147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/>
                </a:lstStyle>
                <a:p>
                  <a:pPr/>
                  <a:r>
                    <a:t>Display Cart</a:t>
                  </a:r>
                </a:p>
              </p:txBody>
            </p:sp>
          </p:grpSp>
          <p:grpSp>
            <p:nvGrpSpPr>
              <p:cNvPr id="190" name="Rectangle 7"/>
              <p:cNvGrpSpPr/>
              <p:nvPr/>
            </p:nvGrpSpPr>
            <p:grpSpPr>
              <a:xfrm>
                <a:off x="0" y="9831"/>
                <a:ext cx="2015614" cy="560900"/>
                <a:chOff x="0" y="0"/>
                <a:chExt cx="2015613" cy="560898"/>
              </a:xfrm>
            </p:grpSpPr>
            <p:sp>
              <p:nvSpPr>
                <p:cNvPr id="188" name="Rectangle"/>
                <p:cNvSpPr/>
                <p:nvPr/>
              </p:nvSpPr>
              <p:spPr>
                <a:xfrm>
                  <a:off x="-1" y="-1"/>
                  <a:ext cx="2015615" cy="56090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189" name="Print Catalogue"/>
                <p:cNvSpPr txBox="1"/>
                <p:nvPr/>
              </p:nvSpPr>
              <p:spPr>
                <a:xfrm>
                  <a:off x="52069" y="113905"/>
                  <a:ext cx="1911475" cy="3330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/>
                </a:lstStyle>
                <a:p>
                  <a:pPr/>
                  <a:r>
                    <a:t>Print Catalogue</a:t>
                  </a:r>
                </a:p>
              </p:txBody>
            </p:sp>
          </p:grpSp>
        </p:grpSp>
      </p:grpSp>
      <p:grpSp>
        <p:nvGrpSpPr>
          <p:cNvPr id="195" name="Rectangle 2"/>
          <p:cNvGrpSpPr/>
          <p:nvPr/>
        </p:nvGrpSpPr>
        <p:grpSpPr>
          <a:xfrm>
            <a:off x="5088194" y="2428107"/>
            <a:ext cx="2015614" cy="560900"/>
            <a:chOff x="0" y="0"/>
            <a:chExt cx="2015613" cy="560898"/>
          </a:xfrm>
        </p:grpSpPr>
        <p:sp>
          <p:nvSpPr>
            <p:cNvPr id="193" name="Rectangle"/>
            <p:cNvSpPr/>
            <p:nvPr/>
          </p:nvSpPr>
          <p:spPr>
            <a:xfrm>
              <a:off x="-1" y="0"/>
              <a:ext cx="2015615" cy="560899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94" name="Menu"/>
            <p:cNvSpPr txBox="1"/>
            <p:nvPr/>
          </p:nvSpPr>
          <p:spPr>
            <a:xfrm>
              <a:off x="52069" y="113905"/>
              <a:ext cx="1911475" cy="3330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Menu</a:t>
              </a:r>
            </a:p>
          </p:txBody>
        </p:sp>
      </p:grpSp>
      <p:sp>
        <p:nvSpPr>
          <p:cNvPr id="203" name="Straight Connector 12"/>
          <p:cNvSpPr/>
          <p:nvPr/>
        </p:nvSpPr>
        <p:spPr>
          <a:xfrm>
            <a:off x="6096000" y="2995242"/>
            <a:ext cx="2" cy="667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6350">
            <a:solidFill>
              <a:schemeClr val="accent1"/>
            </a:solidFill>
            <a:miter/>
          </a:ln>
        </p:spPr>
        <p:txBody>
          <a:bodyPr/>
          <a:lstStyle/>
          <a:p>
            <a:pPr/>
          </a:p>
        </p:txBody>
      </p:sp>
      <p:sp>
        <p:nvSpPr>
          <p:cNvPr id="197" name="Straight Connector 14"/>
          <p:cNvSpPr/>
          <p:nvPr/>
        </p:nvSpPr>
        <p:spPr>
          <a:xfrm flipV="1">
            <a:off x="1332269" y="3244645"/>
            <a:ext cx="9544670" cy="9834"/>
          </a:xfrm>
          <a:prstGeom prst="line">
            <a:avLst/>
          </a:prstGeom>
          <a:ln w="635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Straight Arrow Connector 17"/>
          <p:cNvSpPr/>
          <p:nvPr/>
        </p:nvSpPr>
        <p:spPr>
          <a:xfrm>
            <a:off x="1332272" y="3261852"/>
            <a:ext cx="3" cy="400206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Straight Arrow Connector 18"/>
          <p:cNvSpPr/>
          <p:nvPr/>
        </p:nvSpPr>
        <p:spPr>
          <a:xfrm>
            <a:off x="3704299" y="3269226"/>
            <a:ext cx="2" cy="400206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Straight Arrow Connector 19"/>
          <p:cNvSpPr/>
          <p:nvPr/>
        </p:nvSpPr>
        <p:spPr>
          <a:xfrm>
            <a:off x="6096001" y="3254478"/>
            <a:ext cx="2" cy="400206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Straight Arrow Connector 20"/>
          <p:cNvSpPr/>
          <p:nvPr/>
        </p:nvSpPr>
        <p:spPr>
          <a:xfrm>
            <a:off x="8468029" y="3244644"/>
            <a:ext cx="2" cy="400206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Straight Arrow Connector 21"/>
          <p:cNvSpPr/>
          <p:nvPr/>
        </p:nvSpPr>
        <p:spPr>
          <a:xfrm>
            <a:off x="10876937" y="3244643"/>
            <a:ext cx="2" cy="400206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Order Queue</a:t>
            </a:r>
          </a:p>
        </p:txBody>
      </p:sp>
      <p:pic>
        <p:nvPicPr>
          <p:cNvPr id="206" name="telegram-cloud-photo-size-5-6215072184649059943-y.jpg" descr="telegram-cloud-photo-size-5-6215072184649059943-y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90833" y="1802888"/>
            <a:ext cx="8649840" cy="488235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69840" y="1312365"/>
            <a:ext cx="9652320" cy="54481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Print Catalogue and add Product</a:t>
            </a:r>
          </a:p>
        </p:txBody>
      </p:sp>
      <p:pic>
        <p:nvPicPr>
          <p:cNvPr id="210" name="telegram-cloud-photo-size-5-6215072184649059944-y.jpg" descr="telegram-cloud-photo-size-5-6215072184649059944-y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38751" y="2076599"/>
            <a:ext cx="8692036" cy="4264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2243" y="1431596"/>
            <a:ext cx="10265544" cy="50365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Remove Product, Undo, Display Cart.</a:t>
            </a:r>
          </a:p>
        </p:txBody>
      </p:sp>
      <p:pic>
        <p:nvPicPr>
          <p:cNvPr id="214" name="telegram-cloud-photo-size-5-6215072184649059945-y.jpg" descr="telegram-cloud-photo-size-5-6215072184649059945-y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1558" y="1399170"/>
            <a:ext cx="7406952" cy="5047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54558" y="1353069"/>
            <a:ext cx="7660952" cy="52209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Sort Products</a:t>
            </a:r>
          </a:p>
        </p:txBody>
      </p:sp>
      <p:pic>
        <p:nvPicPr>
          <p:cNvPr id="218" name="telegram-cloud-photo-size-5-6215072184649059946-y.jpg" descr="telegram-cloud-photo-size-5-6215072184649059946-y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65664" y="1279203"/>
            <a:ext cx="5749399" cy="54003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itle 1"/>
          <p:cNvSpPr txBox="1"/>
          <p:nvPr>
            <p:ph type="title"/>
          </p:nvPr>
        </p:nvSpPr>
        <p:spPr>
          <a:xfrm>
            <a:off x="243749" y="-41620"/>
            <a:ext cx="11110051" cy="1732308"/>
          </a:xfrm>
          <a:prstGeom prst="rect">
            <a:avLst/>
          </a:prstGeom>
        </p:spPr>
        <p:txBody>
          <a:bodyPr/>
          <a:lstStyle/>
          <a:p>
            <a:pPr/>
            <a:r>
              <a:t>Search Product</a:t>
            </a:r>
          </a:p>
        </p:txBody>
      </p:sp>
      <p:pic>
        <p:nvPicPr>
          <p:cNvPr id="221" name="telegram-cloud-photo-size-5-6215072184649059947-y.jpg" descr="telegram-cloud-photo-size-5-6215072184649059947-y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70966" y="1172015"/>
            <a:ext cx="7415665" cy="5640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60561" y="1574802"/>
            <a:ext cx="6355187" cy="48337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File Write</a:t>
            </a:r>
          </a:p>
        </p:txBody>
      </p:sp>
      <p:pic>
        <p:nvPicPr>
          <p:cNvPr id="225" name="telegram-cloud-photo-size-5-6215072184649059948-y.jpg" descr="telegram-cloud-photo-size-5-6215072184649059948-y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10631" y="1369887"/>
            <a:ext cx="7122706" cy="52588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1"/>
          <p:cNvSpPr txBox="1"/>
          <p:nvPr>
            <p:ph type="title"/>
          </p:nvPr>
        </p:nvSpPr>
        <p:spPr>
          <a:xfrm>
            <a:off x="110781" y="-223652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Output</a:t>
            </a:r>
          </a:p>
        </p:txBody>
      </p:sp>
      <p:sp>
        <p:nvSpPr>
          <p:cNvPr id="228" name="Straight Arrow Connector 13"/>
          <p:cNvSpPr/>
          <p:nvPr/>
        </p:nvSpPr>
        <p:spPr>
          <a:xfrm>
            <a:off x="2199800" y="1691147"/>
            <a:ext cx="569804" cy="1"/>
          </a:xfrm>
          <a:prstGeom prst="line">
            <a:avLst/>
          </a:prstGeom>
          <a:ln w="635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pic>
        <p:nvPicPr>
          <p:cNvPr id="229" name="telegram-cloud-photo-size-5-6215072184649059951-x.jpg" descr="telegram-cloud-photo-size-5-6215072184649059951-x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5484" y="1151585"/>
            <a:ext cx="4902201" cy="5041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5521" y="1024585"/>
            <a:ext cx="5149164" cy="529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telegram-cloud-photo-size-5-6215072184649059952-y.jpg" descr="telegram-cloud-photo-size-5-6215072184649059952-y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31201" y="1721791"/>
            <a:ext cx="6208700" cy="22217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itle 1"/>
          <p:cNvSpPr txBox="1"/>
          <p:nvPr>
            <p:ph type="title"/>
          </p:nvPr>
        </p:nvSpPr>
        <p:spPr>
          <a:xfrm>
            <a:off x="3132802" y="2766217"/>
            <a:ext cx="5926396" cy="1325564"/>
          </a:xfrm>
          <a:prstGeom prst="rect">
            <a:avLst/>
          </a:prstGeom>
        </p:spPr>
        <p:txBody>
          <a:bodyPr/>
          <a:lstStyle>
            <a:lvl1pPr algn="ctr">
              <a:defRPr sz="8000"/>
            </a:lvl1pPr>
          </a:lstStyle>
          <a:p>
            <a:pPr/>
            <a:r>
              <a:t>Thank You</a:t>
            </a:r>
          </a:p>
        </p:txBody>
      </p:sp>
      <p:pic>
        <p:nvPicPr>
          <p:cNvPr id="23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45907" y="0"/>
            <a:ext cx="2175810" cy="10326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